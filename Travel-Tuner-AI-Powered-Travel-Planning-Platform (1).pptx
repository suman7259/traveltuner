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4630400" cy="8229600"/>
  <p:notesSz cx="8229600" cy="14630400"/>
  <p:embeddedFontLst>
    <p:embeddedFont>
      <p:font typeface="Heebo" panose="020B0604020202020204" charset="-79"/>
      <p:regular r:id="rId10"/>
    </p:embeddedFont>
    <p:embeddedFont>
      <p:font typeface="Crimson Pro Semi Bold" panose="020B0604020202020204" charset="0"/>
      <p:regular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36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3492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05442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Travel Tuner: AI-Powered Travel Planning Platform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524130" y="607784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Guide </a:t>
            </a:r>
            <a:r>
              <a:rPr lang="en-US" sz="2400" b="1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Name</a:t>
            </a:r>
            <a:r>
              <a:rPr lang="en-US" sz="2400" b="1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:  </a:t>
            </a:r>
            <a:r>
              <a:rPr lang="en-US" sz="2400" b="1" dirty="0" err="1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Yogasambhuta</a:t>
            </a:r>
            <a:r>
              <a:rPr lang="en-US" sz="2400" b="1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Dash</a:t>
            </a:r>
            <a:endParaRPr lang="en-US" sz="2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55727"/>
            <a:ext cx="74631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Project Statement &amp; Motivation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10466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Problem: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287012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People waste a lot of time searching on many websites for hotels, routes, and attractions.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48817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Planning for family or group trips becomes confusing.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10622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Travelers sometimes miss good places because of poor planning.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80929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Motivation:</a:t>
            </a:r>
            <a:endParaRPr lang="en-US" sz="2650" dirty="0"/>
          </a:p>
        </p:txBody>
      </p:sp>
      <p:sp>
        <p:nvSpPr>
          <p:cNvPr id="8" name="Text 6"/>
          <p:cNvSpPr/>
          <p:nvPr/>
        </p:nvSpPr>
        <p:spPr>
          <a:xfrm>
            <a:off x="793790" y="557474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To give one single platform for full travel planning.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6192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To make planning fast, smart, and less stressful.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93790" y="681085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To use AI so even first-time travelers can plan like experts.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118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Objectives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993588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4" name="Text 2"/>
          <p:cNvSpPr/>
          <p:nvPr/>
        </p:nvSpPr>
        <p:spPr>
          <a:xfrm>
            <a:off x="878860" y="3036094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1530906" y="3071455"/>
            <a:ext cx="326874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AI-Powered Personalization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30906" y="3561874"/>
            <a:ext cx="342149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Make smart plans for each user by using their likes, choices, and past travel data.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35893" y="2993588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8" name="Text 6"/>
          <p:cNvSpPr/>
          <p:nvPr/>
        </p:nvSpPr>
        <p:spPr>
          <a:xfrm>
            <a:off x="5320963" y="3036094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5973008" y="307145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Interactive Exploration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73008" y="3561874"/>
            <a:ext cx="342149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Let users explore destinations with maps, photos, and easy-to-use design the route.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9677995" y="2993588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2" name="Text 10"/>
          <p:cNvSpPr/>
          <p:nvPr/>
        </p:nvSpPr>
        <p:spPr>
          <a:xfrm>
            <a:off x="9763065" y="3036094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10415111" y="307145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Real-time Collaboration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415111" y="3561874"/>
            <a:ext cx="342149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To allow groups like friends and family to plan trips together at the same time.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104209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878860" y="5146715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4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1530906" y="51820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Seamless Integration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30906" y="5672495"/>
            <a:ext cx="56424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Give booking links and live suggestions (hotels, travel, food) in one place.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456884" y="5104209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20" name="Text 18"/>
          <p:cNvSpPr/>
          <p:nvPr/>
        </p:nvSpPr>
        <p:spPr>
          <a:xfrm>
            <a:off x="7541955" y="5146715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</a:t>
            </a:r>
            <a:endParaRPr lang="en-US" sz="2650" dirty="0"/>
          </a:p>
        </p:txBody>
      </p:sp>
      <p:sp>
        <p:nvSpPr>
          <p:cNvPr id="21" name="Text 19"/>
          <p:cNvSpPr/>
          <p:nvPr/>
        </p:nvSpPr>
        <p:spPr>
          <a:xfrm>
            <a:off x="8194000" y="5182076"/>
            <a:ext cx="305288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Engaging User Experience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94000" y="5672495"/>
            <a:ext cx="564261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Make the system simple, fun, and smooth—like popular apps (TripIt, Wanderlog, Roadtrippers).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810226"/>
            <a:ext cx="6976824" cy="637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Project Functionalities / Features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280190" y="2937986"/>
            <a:ext cx="3529251" cy="1306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AI-Powered Itinerary Generator: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Creates optimized, customizable travel plans tailored to user inputs and preferences.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280190" y="4316254"/>
            <a:ext cx="3529251" cy="980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Destination Discovery: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Explore places with rich media, reviews, and AI-curated recommendations.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280190" y="5367814"/>
            <a:ext cx="3529251" cy="980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Interactive Maps: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Visualize attractions, accommodations, and routes dynamically on maps.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314980" y="2937986"/>
            <a:ext cx="3529251" cy="980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Group Collaboration: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Share and co-edit itineraries with friends in real-time for group trips.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314980" y="3989546"/>
            <a:ext cx="3529251" cy="1306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Smart Recommendations: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AI suggests dining, activities, and lodging with integrated booking links.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314980" y="5367814"/>
            <a:ext cx="3529251" cy="980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User-Friendly Interface: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Drag-and-drop itinerary editing, calendar views, and export options.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56429"/>
            <a:ext cx="651140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Methodology / Architecture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18836"/>
            <a:ext cx="6521410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3252907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User Input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118836"/>
            <a:ext cx="6521410" cy="9072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42014" y="3252907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 Processing</a:t>
            </a:r>
            <a:endParaRPr lang="en-US" sz="17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842623"/>
            <a:ext cx="6521410" cy="90725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20604" y="4976693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Data Integration</a:t>
            </a:r>
            <a:endParaRPr lang="en-US" sz="17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3842623"/>
            <a:ext cx="6521410" cy="907256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542014" y="4976693"/>
            <a:ext cx="606778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Travel Plan Output</a:t>
            </a:r>
            <a:endParaRPr lang="en-US" sz="1750" dirty="0"/>
          </a:p>
        </p:txBody>
      </p:sp>
      <p:sp>
        <p:nvSpPr>
          <p:cNvPr id="11" name="Text 5"/>
          <p:cNvSpPr/>
          <p:nvPr/>
        </p:nvSpPr>
        <p:spPr>
          <a:xfrm>
            <a:off x="793790" y="5821561"/>
            <a:ext cx="130428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Our architecture is built on a modular design. The </a:t>
            </a:r>
            <a:r>
              <a:rPr lang="en-US" sz="1750" dirty="0">
                <a:solidFill>
                  <a:srgbClr val="481C9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User Input Layer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collects preferences. This feeds into the </a:t>
            </a:r>
            <a:r>
              <a:rPr lang="en-US" sz="1750" dirty="0">
                <a:solidFill>
                  <a:srgbClr val="481C9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 Engine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, which uses NLP and machine learning for personalization. </a:t>
            </a:r>
            <a:r>
              <a:rPr lang="en-US" sz="1750" dirty="0">
                <a:solidFill>
                  <a:srgbClr val="481C9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Data Integration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pulls from various travel APIs. The </a:t>
            </a:r>
            <a:r>
              <a:rPr lang="en-US" sz="1750" dirty="0">
                <a:solidFill>
                  <a:srgbClr val="481C9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Collaboration Module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ensures real-time syncing for groups. All these layers culminate in a responsive </a:t>
            </a:r>
            <a:r>
              <a:rPr lang="en-US" sz="1750" dirty="0">
                <a:solidFill>
                  <a:srgbClr val="481C9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UI/UX Layer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providing an intuitive interface and exportable trip plans.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46678"/>
            <a:ext cx="425291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280190" y="1833443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6280190" y="2407444"/>
            <a:ext cx="7556421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100"/>
              </a:lnSpc>
              <a:buSzPct val="100000"/>
            </a:pP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280190" y="2739152"/>
            <a:ext cx="7556421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100"/>
              </a:lnSpc>
              <a:buSzPct val="100000"/>
            </a:pPr>
            <a:r>
              <a:rPr lang="en-US" sz="1300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280190" y="3070860"/>
            <a:ext cx="7556421" cy="5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100"/>
              </a:lnSpc>
              <a:buSzPct val="100000"/>
            </a:pP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9706" y="536496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800" b="1" u="sng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Challenges &amp; Solutions</a:t>
            </a:r>
            <a:endParaRPr lang="en-US" sz="2800" b="1" u="sng" dirty="0"/>
          </a:p>
        </p:txBody>
      </p:sp>
      <p:sp>
        <p:nvSpPr>
          <p:cNvPr id="9" name="Text 6"/>
          <p:cNvSpPr/>
          <p:nvPr/>
        </p:nvSpPr>
        <p:spPr>
          <a:xfrm>
            <a:off x="6260062" y="971848"/>
            <a:ext cx="7556421" cy="816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</a:t>
            </a:r>
            <a:r>
              <a:rPr lang="en-US" sz="1600" b="1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: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We faced issues with AI information and ensuring up-to-date data from various sources, requiring iterative tuning and API enhancements, Limited travel data and hotel options, Slow map loading at times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600" dirty="0" smtClean="0">
              <a:solidFill>
                <a:srgbClr val="4C4C4D"/>
              </a:solidFill>
              <a:latin typeface="Heebo" pitchFamily="34" charset="0"/>
              <a:cs typeface="Heebo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2.We faced version </a:t>
            </a:r>
            <a:r>
              <a:rPr lang="en-US" sz="1600" dirty="0" err="1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mis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-match issue 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of AUTH0 platform with Mongo client.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600" dirty="0" smtClean="0">
              <a:solidFill>
                <a:srgbClr val="4C4C4D"/>
              </a:solidFill>
              <a:latin typeface="Heebo" pitchFamily="34" charset="0"/>
              <a:cs typeface="Heebo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3. During  fetching </a:t>
            </a:r>
            <a:r>
              <a:rPr lang="en-US" sz="1600" b="1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AI API 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were getting either paid or very limited request API also Faced compatible Issue.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600" dirty="0">
              <a:solidFill>
                <a:srgbClr val="4C4C4D"/>
              </a:solidFill>
              <a:latin typeface="Heebo" pitchFamily="34" charset="0"/>
              <a:cs typeface="Heebo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4:During payment integration they are asking for verifying business PAN number.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14860" y="3878817"/>
            <a:ext cx="7556421" cy="5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400" b="1" u="sng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Solutions</a:t>
            </a:r>
            <a:r>
              <a:rPr lang="en-US" sz="2400" b="1" u="sng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: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600" b="1" dirty="0" smtClean="0">
              <a:solidFill>
                <a:srgbClr val="4C4C4D"/>
              </a:solidFill>
              <a:latin typeface="Heebo" pitchFamily="34" charset="0"/>
              <a:ea typeface="Heebo" pitchFamily="34" charset="-122"/>
              <a:cs typeface="Heebo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1:Used </a:t>
            </a: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free APIs to get more data. Started using AI to give better suggestion This approach maintains accuracy and builds user trust, ensuring the platform remains reliable and practical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</a:p>
          <a:p>
            <a:pPr marL="0" indent="0" algn="l">
              <a:lnSpc>
                <a:spcPts val="2100"/>
              </a:lnSpc>
              <a:buNone/>
            </a:pPr>
            <a:endParaRPr lang="en-US" sz="1600" dirty="0" smtClean="0">
              <a:solidFill>
                <a:srgbClr val="4C4C4D"/>
              </a:solidFill>
              <a:latin typeface="Heebo" pitchFamily="34" charset="0"/>
              <a:cs typeface="Heebo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2:</a:t>
            </a:r>
            <a:r>
              <a:rPr lang="en-US" sz="1600" dirty="0" smtClean="0">
                <a:solidFill>
                  <a:srgbClr val="4C4C4D"/>
                </a:solidFill>
                <a:latin typeface="Heebo" pitchFamily="34" charset="0"/>
                <a:cs typeface="Heebo" pitchFamily="34" charset="-120"/>
              </a:rPr>
              <a:t>The Problems were solved by GEMINI 2.5 FLASH“ model. It is free and more free request.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80190" y="6187916"/>
            <a:ext cx="7556421" cy="994886"/>
          </a:xfrm>
          <a:prstGeom prst="roundRect">
            <a:avLst>
              <a:gd name="adj" fmla="val 2565"/>
            </a:avLst>
          </a:prstGeom>
          <a:solidFill>
            <a:srgbClr val="022349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211" y="6434495"/>
            <a:ext cx="212646" cy="1700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32878" y="6400443"/>
            <a:ext cx="6833711" cy="5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Our iterative development process allowed for rapid prototyping and user-centric improvements.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24245"/>
            <a:ext cx="5954554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Conclusion &amp; Future Work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93790" y="1728549"/>
            <a:ext cx="13042821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Travel Tuner demonstrates how AI and collaboration can fundamentally transform travel planning by simplifying complex tasks and significantly enhancing user engagement.</a:t>
            </a:r>
            <a:endParaRPr lang="en-US" sz="16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660571"/>
            <a:ext cx="538639" cy="5386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3468529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Deeper Integration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793790" y="3934301"/>
            <a:ext cx="6386751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Seamlessly link with booking platforms for flights, hotels, and activities, enabling one-click reservations.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9860" y="2660571"/>
            <a:ext cx="538639" cy="53863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49860" y="3468529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Global Reach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7449860" y="3934301"/>
            <a:ext cx="6386751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Implement multilingual support to serve a diverse international user base.</a:t>
            </a:r>
            <a:endParaRPr lang="en-US" sz="16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5054798"/>
            <a:ext cx="538639" cy="53863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93790" y="5862757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Dynamic Adjustments</a:t>
            </a:r>
            <a:endParaRPr lang="en-US" sz="2100" dirty="0"/>
          </a:p>
        </p:txBody>
      </p:sp>
      <p:sp>
        <p:nvSpPr>
          <p:cNvPr id="12" name="Text 7"/>
          <p:cNvSpPr/>
          <p:nvPr/>
        </p:nvSpPr>
        <p:spPr>
          <a:xfrm>
            <a:off x="793790" y="6328529"/>
            <a:ext cx="6386751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Integrate AI-driven real-time trip adjustments based on weather, local events, or user preferences during travel.</a:t>
            </a:r>
            <a:endParaRPr lang="en-US" sz="16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9860" y="5054798"/>
            <a:ext cx="538639" cy="53863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49860" y="5862757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Enriched Experience</a:t>
            </a:r>
            <a:endParaRPr lang="en-US" sz="2100" dirty="0"/>
          </a:p>
        </p:txBody>
      </p:sp>
      <p:sp>
        <p:nvSpPr>
          <p:cNvPr id="15" name="Text 9"/>
          <p:cNvSpPr/>
          <p:nvPr/>
        </p:nvSpPr>
        <p:spPr>
          <a:xfrm>
            <a:off x="7449860" y="6328529"/>
            <a:ext cx="6386751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Incorporate social sharing features and personalized travel journals to further enhance the user journey.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793790" y="7260550"/>
            <a:ext cx="1304282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Vision:</a:t>
            </a: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Our goal is to become the ultimate AI travel companion that makes every trip effortless, personalized, and truly memorable.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641</Words>
  <Application>Microsoft Office PowerPoint</Application>
  <PresentationFormat>Custom</PresentationFormat>
  <Paragraphs>73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Heebo</vt:lpstr>
      <vt:lpstr>Crimson Pro Semi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Microsoft account</cp:lastModifiedBy>
  <cp:revision>8</cp:revision>
  <dcterms:created xsi:type="dcterms:W3CDTF">2025-09-18T07:45:14Z</dcterms:created>
  <dcterms:modified xsi:type="dcterms:W3CDTF">2025-11-09T21:35:04Z</dcterms:modified>
</cp:coreProperties>
</file>