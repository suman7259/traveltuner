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rimson Pro Semi Bold" panose="020B0604020202020204" charset="0"/>
      <p:regular r:id="rId10"/>
    </p:embeddedFont>
    <p:embeddedFont>
      <p:font typeface="Heebo" pitchFamily="2" charset="-79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an Sourav Chakra" userId="2b80ce447f38b4b1" providerId="LiveId" clId="{EA127946-822F-4BDC-8041-9DB21EF85255}"/>
    <pc:docChg chg="modSld">
      <pc:chgData name="Suman Sourav Chakra" userId="2b80ce447f38b4b1" providerId="LiveId" clId="{EA127946-822F-4BDC-8041-9DB21EF85255}" dt="2025-11-03T06:16:19.114" v="0" actId="14100"/>
      <pc:docMkLst>
        <pc:docMk/>
      </pc:docMkLst>
      <pc:sldChg chg="modSp mod">
        <pc:chgData name="Suman Sourav Chakra" userId="2b80ce447f38b4b1" providerId="LiveId" clId="{EA127946-822F-4BDC-8041-9DB21EF85255}" dt="2025-11-03T06:16:19.114" v="0" actId="14100"/>
        <pc:sldMkLst>
          <pc:docMk/>
          <pc:sldMk cId="0" sldId="259"/>
        </pc:sldMkLst>
        <pc:spChg chg="mod">
          <ac:chgData name="Suman Sourav Chakra" userId="2b80ce447f38b4b1" providerId="LiveId" clId="{EA127946-822F-4BDC-8041-9DB21EF85255}" dt="2025-11-03T06:16:19.114" v="0" actId="14100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1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Travel Tuner: AI-Powered Travel Planning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Student Names- | Reg No. Numbers | Guide Name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5727"/>
            <a:ext cx="74631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Statement &amp; Motivation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466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Problem: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701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People waste a lot of time searching on many websites for hotels, routes, and attractions.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881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Planning for family or group trips becomes confusing.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06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Travelers sometimes miss good places because of poor planning.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092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Motivation: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55747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 give one single platform for full travel planning.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1927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 make planning fast, smart, and less stressful.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8108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 use AI so even first-time travelers can plan like experts.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11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935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8860" y="303609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071455"/>
            <a:ext cx="32687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AI-Powered Personalization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561874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Make smart plans for each user by using their likes, choices, and past travel data.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29935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20963" y="303609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73008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Interactive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3008" y="3561874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Let users explore destinations with maps, photos, and easy-to-use design the route.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29935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763065" y="303609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15111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 Collaboration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15111" y="3561874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 allow groups like friends and family to plan trips together at the same time.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0420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878860" y="51467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530906" y="5182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Seamless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30906" y="5672495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Give booking links and live suggestions (hotels, travel, food) in one place.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56884" y="510420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7541955" y="51467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8194000" y="5182076"/>
            <a:ext cx="3052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Engaging User Experience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94000" y="567249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Make the system simple, fun, and smooth—like popular apps (TripIt, Wanderlog, Roadtrippers).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0226"/>
            <a:ext cx="697682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Functionalities / Features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80190" y="2937986"/>
            <a:ext cx="3529251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AI-Powered Itinerary Generator: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Creates optimized, customizable travel plans tailored to user inputs and preferences.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80190" y="4316254"/>
            <a:ext cx="35292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Destination Discovery: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Explore places with rich media, reviews, and AI-curated recommendations.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80190" y="5367814"/>
            <a:ext cx="35292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 Maps: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Visualize attractions, accommodations, and routes dynamically on maps.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14980" y="2937986"/>
            <a:ext cx="35292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Group Collaboration: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Share and co-edit itineraries with friends in real-time for group trips.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14980" y="3989546"/>
            <a:ext cx="3529251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Smart Recommendations: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AI suggests dining, activities, and lodging with integrated booking links.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14980" y="5367814"/>
            <a:ext cx="35292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User-Friendly Interface:</a:t>
            </a: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Drag-and-drop itinerary editing, calendar views, and export options.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429"/>
            <a:ext cx="6511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Methodology / Architecture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18836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25290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Input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18836"/>
            <a:ext cx="6521410" cy="9072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42014" y="325290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Processing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42623"/>
            <a:ext cx="6521410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0604" y="497669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Integration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842623"/>
            <a:ext cx="6521410" cy="90725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542014" y="497669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Travel Plan Output</a:t>
            </a:r>
            <a:endParaRPr lang="en-US" sz="1750" dirty="0"/>
          </a:p>
        </p:txBody>
      </p:sp>
      <p:sp>
        <p:nvSpPr>
          <p:cNvPr id="11" name="Text 5"/>
          <p:cNvSpPr/>
          <p:nvPr/>
        </p:nvSpPr>
        <p:spPr>
          <a:xfrm>
            <a:off x="793790" y="5821561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architecture is built on a modular design. The </a:t>
            </a:r>
            <a:r>
              <a:rPr lang="en-US" sz="1750" dirty="0">
                <a:solidFill>
                  <a:srgbClr val="481C9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Input Layer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collects preferences. This feeds into the </a:t>
            </a:r>
            <a:r>
              <a:rPr lang="en-US" sz="1750" dirty="0">
                <a:solidFill>
                  <a:srgbClr val="481C9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Engine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which uses NLP and machine learning for personalization. </a:t>
            </a:r>
            <a:r>
              <a:rPr lang="en-US" sz="1750" dirty="0">
                <a:solidFill>
                  <a:srgbClr val="481C9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Integration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pulls from various travel APIs. The </a:t>
            </a:r>
            <a:r>
              <a:rPr lang="en-US" sz="1750" dirty="0">
                <a:solidFill>
                  <a:srgbClr val="481C9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Collaboration Module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ensures real-time syncing for groups. All these layers culminate in a responsive </a:t>
            </a:r>
            <a:r>
              <a:rPr lang="en-US" sz="1750" dirty="0">
                <a:solidFill>
                  <a:srgbClr val="481C9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UI/UX Layer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providing an intuitive interface and exportable trip plans.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6678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80190" y="183344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Achievements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80190" y="2407444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Developed an AI itinerary generation prototype with customizable day plans.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80190" y="2739152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Implemented an interactive map feature displaying attractions and lodging with clickable details.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80190" y="3070860"/>
            <a:ext cx="75564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Successfully tested real-time group collaboration, receiving positive user feedback on ease of use.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80190" y="387036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Challenges &amp; Solutions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80190" y="4444365"/>
            <a:ext cx="7556421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Challenges 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We faced issues with AI information and ensuring up-to-date data from various sources, requiring iterative tuning and API enhancements, Limited travel data and hotel options, Slow map loading at times.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80190" y="5452229"/>
            <a:ext cx="75564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Solutions: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Used free APIs to get more data. Started using AI to give better suggestion This approach maintains accuracy and builds user trust, ensuring the platform remains reliable and practical.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80190" y="6187916"/>
            <a:ext cx="7556421" cy="994886"/>
          </a:xfrm>
          <a:prstGeom prst="roundRect">
            <a:avLst>
              <a:gd name="adj" fmla="val 2565"/>
            </a:avLst>
          </a:prstGeom>
          <a:solidFill>
            <a:srgbClr val="02234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211" y="6434495"/>
            <a:ext cx="212646" cy="170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32878" y="6400443"/>
            <a:ext cx="683371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iterative development process allowed for rapid prototyping and user-centric improvements.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4245"/>
            <a:ext cx="59545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 &amp; Future Work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28549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Travel Tuner demonstrates how AI and collaboration can fundamentally transform travel planning by simplifying complex tasks and significantly enhancing user engagement.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60571"/>
            <a:ext cx="538639" cy="5386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46852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Deeper Integration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3790" y="3934301"/>
            <a:ext cx="638675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Seamlessly link with booking platforms for flights, hotels, and activities, enabling one-click reservations.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860" y="2660571"/>
            <a:ext cx="538639" cy="5386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9860" y="346852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Global Reach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449860" y="3934301"/>
            <a:ext cx="638675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multilingual support to serve a diverse international user base.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054798"/>
            <a:ext cx="538639" cy="5386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86275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Dynamic Adjustments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793790" y="6328529"/>
            <a:ext cx="638675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 AI-driven real-time trip adjustments based on weather, local events, or user preferences during travel.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9860" y="5054798"/>
            <a:ext cx="538639" cy="5386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9860" y="586275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Enriched Experience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449860" y="6328529"/>
            <a:ext cx="638675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Incorporate social sharing features and personalized travel journals to further enhance the user journey.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93790" y="7260550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Vision: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Our goal is to become the ultimate AI travel companion that makes every trip effortless, personalized, and truly memorable.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Custom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Crimson Pro Semi Bold</vt:lpstr>
      <vt:lpstr>Heebo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Suman Sourav Chakra</cp:lastModifiedBy>
  <cp:revision>1</cp:revision>
  <dcterms:created xsi:type="dcterms:W3CDTF">2025-09-18T07:45:14Z</dcterms:created>
  <dcterms:modified xsi:type="dcterms:W3CDTF">2025-11-03T06:16:27Z</dcterms:modified>
</cp:coreProperties>
</file>